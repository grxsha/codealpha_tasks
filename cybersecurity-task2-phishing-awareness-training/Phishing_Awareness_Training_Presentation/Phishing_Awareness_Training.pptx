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2d3d9cde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2d3d9cde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2d3d9cde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2d3d9cde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d3d9cde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2d3d9cde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2d3d9cde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2d3d9cde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2d3d9cde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2d3d9cde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2d3d9cde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2d3d9cde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2d3d9cde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2d3d9cde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2d3d9cde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2d3d9cde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2d3d9cde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2d3d9cde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2d3d9cde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2d3d9cde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2d3d9cde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2d3d9cde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2d3d9cde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2d3d9cde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2d3d9cde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2d3d9cde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2d3d9cde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2d3d9cde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2d3d9cde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2d3d9cde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2d3d9cde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2d3d9cde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2d3d9cde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2d3d9cde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d3d9cde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2d3d9cde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2d3d9cde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2d3d9cde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2d3d9cde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2d3d9cde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2d3d9cde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2d3d9cde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2d3d9cdea_0_8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2d3d9cde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460950" y="18770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</a:t>
            </a:r>
            <a:r>
              <a:rPr lang="en"/>
              <a:t> Awareness Training 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460950" y="2571751"/>
            <a:ext cx="8222100" cy="13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Task 3 – Cyber Security Internship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Topic:</a:t>
            </a:r>
            <a:r>
              <a:rPr lang="en" sz="1800"/>
              <a:t> Security Audit of a Python Login Application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By: </a:t>
            </a:r>
            <a:r>
              <a:rPr lang="en" sz="1800"/>
              <a:t>Grisha P</a:t>
            </a:r>
            <a:endParaRPr i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What is Secure Coding?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Secure coding is the practice of writing software that protects against security vulnerabilities and cyberattacks.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Objectives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Identify security flaws in code.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Prevent unauthorized access.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Protect sensitive information.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Improve software reliability.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2944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Selected 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9022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Language:</a:t>
            </a:r>
            <a:r>
              <a:rPr lang="en">
                <a:solidFill>
                  <a:srgbClr val="000000"/>
                </a:solidFill>
              </a:rPr>
              <a:t> Python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Application:</a:t>
            </a:r>
            <a:r>
              <a:rPr lang="en">
                <a:solidFill>
                  <a:srgbClr val="000000"/>
                </a:solidFill>
              </a:rPr>
              <a:t> Simple Login System using SQLite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Purpose: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application allows users to log in by entering a username and password stored in a database.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Review Method: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Manual code inspection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Static analysis using Bandit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2007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 1 – SQL Injection 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602250"/>
            <a:ext cx="8520600" cy="39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Vulnerable Code: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query = f"SELECT * FROM users WHERE username='{username}' AND password='{password}'"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Why is it Dangerous?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User input is directly inserted into the SQL query.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Attackers can modify the query.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Authentication can be bypassed.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Database information may be exposed.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Risk Level: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High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1136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 2 – Plain Text Passwords 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721400"/>
            <a:ext cx="8520600" cy="46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Problem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Passwords are compared directly with values stored in the database.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Risks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Passwords can be stolen if the database is compromised.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Easy target for attackers.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Recommended Solution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Store hashed passwords.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Use secure hashing algorithms such as: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rgbClr val="000000"/>
                </a:solidFill>
              </a:rPr>
              <a:t>bcrypt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11700" y="9022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rgbClr val="000000"/>
                </a:solidFill>
              </a:rPr>
              <a:t>Argon2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rgbClr val="000000"/>
                </a:solidFill>
              </a:rPr>
              <a:t>PBKDF2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1136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 2 – Plain Text Passwords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2530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Security Issues 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645400"/>
            <a:ext cx="8520600" cy="40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Hardcoded Configuration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Database name is fixed in the program.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Should be stored in configuration files or environment variables.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Lack of Input Validation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No validation of username or password.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May lead to unexpected behavior.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Poor Error Handling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Database errors are not handled.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Sensitive information could be exposed.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270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Code Analysis 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00" y="1034850"/>
            <a:ext cx="8520600" cy="30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Tool Used: Bandit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Bandit is a Python static analysis tool used to identify common security issues.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Installation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pip install bandit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Run Analysis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bandit vulnerable_app.py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Code Analysis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Benefits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Detects insecure coding patterns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Easy to use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Generates security reports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 Coding Recommendations 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Best Practices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Use parameterized SQL queries.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Hash passwords before storing them.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Validate all user input.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Avoid hardcoded credentials.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Handle exceptions properly.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Apply the Principle of Least Privilege.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Keep software and libraries updated.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Perform regular security testing.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Remediation 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Before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SQL query built using string formatting.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After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cursor.execute(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 "SELECT * FROM users WHERE username=? AND password=?",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  (username, password)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Remediation 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Improvements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Prevents SQL Injection.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More secure database access.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Better coding practice.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Easier to maintain.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security review identified several vulnerabilities in the login application, including SQL injection and insecure password handling.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Key Takeaways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Never trust user input.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Validate and sanitize all inputs.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Use parameterized queries.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Store passwords securely using hashing.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Perform regular code reviews and security testing.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46095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Awareness Quiz 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11700" y="12508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Question 1: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What is phishing?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A programming language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A cyberattack to steal information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A web browser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An antivirus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Awareness Quiz 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2508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Question 1: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What is phishing?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A programming language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A cyberattack to steal information ✅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A web browser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An antivirus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Awareness Quiz 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11700" y="12508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Question 2: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Which is a warning sign of phishing?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HTTPS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Strong password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Urgent email asking for credentials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- Company logo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Awareness Quiz 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12508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Question 2: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Which is a warning sign of phishing?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HTTPS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Strong password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Urgent email asking for credentials ✅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- Company logo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Awareness Quiz 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2508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Question 3: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What should you do before clicking a link?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Click immediately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Verify the URL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Disable antivirus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- Ignore HTTPS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Awareness Quiz </a:t>
            </a:r>
            <a:endParaRPr/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311700" y="12508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Question 3: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What should you do before clicking a link?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Click immediately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Verify the URL ✅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Disable antivirus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- Ignore HTTPS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Awareness Quiz </a:t>
            </a:r>
            <a:endParaRPr/>
          </a:p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311700" y="12508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Question 4: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Which attack uses SMS?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Smishing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Vishing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Whaling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- Spoofing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Awareness Quiz </a:t>
            </a:r>
            <a:endParaRPr/>
          </a:p>
        </p:txBody>
      </p:sp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311700" y="12508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Question 4: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Which attack uses SMS?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Smishing ✅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Vishing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Whaling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- Spoofing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Awareness Quiz </a:t>
            </a:r>
            <a:endParaRPr/>
          </a:p>
        </p:txBody>
      </p:sp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311700" y="12508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Question 5: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What is the safest action if you suspect phishing?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Reply to the sender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Click the link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Report the email and delete it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- Share it with friends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Awareness Quiz </a:t>
            </a:r>
            <a:endParaRPr/>
          </a:p>
        </p:txBody>
      </p:sp>
      <p:sp>
        <p:nvSpPr>
          <p:cNvPr id="223" name="Google Shape;223;p36"/>
          <p:cNvSpPr txBox="1"/>
          <p:nvPr>
            <p:ph idx="1" type="body"/>
          </p:nvPr>
        </p:nvSpPr>
        <p:spPr>
          <a:xfrm>
            <a:off x="311700" y="12508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Question 5: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What is the safest action if you suspect phishing?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Reply to the sender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Click the link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- Report the email and delete it ✅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- Share it with friends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46095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